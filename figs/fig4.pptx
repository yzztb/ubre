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583863" cy="6264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7" autoAdjust="0"/>
    <p:restoredTop sz="94660"/>
  </p:normalViewPr>
  <p:slideViewPr>
    <p:cSldViewPr snapToGrid="0">
      <p:cViewPr>
        <p:scale>
          <a:sx n="75" d="100"/>
          <a:sy n="75" d="100"/>
        </p:scale>
        <p:origin x="110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83" y="1025195"/>
            <a:ext cx="7937897" cy="2180896"/>
          </a:xfrm>
        </p:spPr>
        <p:txBody>
          <a:bodyPr anchor="b"/>
          <a:lstStyle>
            <a:lvl1pPr algn="ctr">
              <a:defRPr sz="52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83" y="3290195"/>
            <a:ext cx="7937897" cy="1512416"/>
          </a:xfrm>
        </p:spPr>
        <p:txBody>
          <a:bodyPr/>
          <a:lstStyle>
            <a:lvl1pPr marL="0" indent="0" algn="ctr">
              <a:buNone/>
              <a:defRPr sz="2083"/>
            </a:lvl1pPr>
            <a:lvl2pPr marL="396895" indent="0" algn="ctr">
              <a:buNone/>
              <a:defRPr sz="1736"/>
            </a:lvl2pPr>
            <a:lvl3pPr marL="793791" indent="0" algn="ctr">
              <a:buNone/>
              <a:defRPr sz="1563"/>
            </a:lvl3pPr>
            <a:lvl4pPr marL="1190686" indent="0" algn="ctr">
              <a:buNone/>
              <a:defRPr sz="1389"/>
            </a:lvl4pPr>
            <a:lvl5pPr marL="1587581" indent="0" algn="ctr">
              <a:buNone/>
              <a:defRPr sz="1389"/>
            </a:lvl5pPr>
            <a:lvl6pPr marL="1984477" indent="0" algn="ctr">
              <a:buNone/>
              <a:defRPr sz="1389"/>
            </a:lvl6pPr>
            <a:lvl7pPr marL="2381372" indent="0" algn="ctr">
              <a:buNone/>
              <a:defRPr sz="1389"/>
            </a:lvl7pPr>
            <a:lvl8pPr marL="2778267" indent="0" algn="ctr">
              <a:buNone/>
              <a:defRPr sz="1389"/>
            </a:lvl8pPr>
            <a:lvl9pPr marL="3175163" indent="0" algn="ctr">
              <a:buNone/>
              <a:defRPr sz="138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3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8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8" y="1561719"/>
            <a:ext cx="9128582" cy="2605764"/>
          </a:xfrm>
        </p:spPr>
        <p:txBody>
          <a:bodyPr anchor="b"/>
          <a:lstStyle>
            <a:lvl1pPr>
              <a:defRPr sz="520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8" y="4192135"/>
            <a:ext cx="9128582" cy="1370310"/>
          </a:xfrm>
        </p:spPr>
        <p:txBody>
          <a:bodyPr/>
          <a:lstStyle>
            <a:lvl1pPr marL="0" indent="0">
              <a:buNone/>
              <a:defRPr sz="2083">
                <a:solidFill>
                  <a:schemeClr val="tx1">
                    <a:tint val="75000"/>
                  </a:schemeClr>
                </a:solidFill>
              </a:defRPr>
            </a:lvl1pPr>
            <a:lvl2pPr marL="396895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793791" indent="0">
              <a:buNone/>
              <a:defRPr sz="1563">
                <a:solidFill>
                  <a:schemeClr val="tx1">
                    <a:tint val="75000"/>
                  </a:schemeClr>
                </a:solidFill>
              </a:defRPr>
            </a:lvl3pPr>
            <a:lvl4pPr marL="1190686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4pPr>
            <a:lvl5pPr marL="1587581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5pPr>
            <a:lvl6pPr marL="1984477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6pPr>
            <a:lvl7pPr marL="2381372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7pPr>
            <a:lvl8pPr marL="2778267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8pPr>
            <a:lvl9pPr marL="3175163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9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640" y="1667573"/>
            <a:ext cx="4498142" cy="3974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8081" y="1667573"/>
            <a:ext cx="4498142" cy="3974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4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19" y="333515"/>
            <a:ext cx="9128582" cy="121080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19" y="1535618"/>
            <a:ext cx="4477470" cy="752583"/>
          </a:xfrm>
        </p:spPr>
        <p:txBody>
          <a:bodyPr anchor="b"/>
          <a:lstStyle>
            <a:lvl1pPr marL="0" indent="0">
              <a:buNone/>
              <a:defRPr sz="2083" b="1"/>
            </a:lvl1pPr>
            <a:lvl2pPr marL="396895" indent="0">
              <a:buNone/>
              <a:defRPr sz="1736" b="1"/>
            </a:lvl2pPr>
            <a:lvl3pPr marL="793791" indent="0">
              <a:buNone/>
              <a:defRPr sz="1563" b="1"/>
            </a:lvl3pPr>
            <a:lvl4pPr marL="1190686" indent="0">
              <a:buNone/>
              <a:defRPr sz="1389" b="1"/>
            </a:lvl4pPr>
            <a:lvl5pPr marL="1587581" indent="0">
              <a:buNone/>
              <a:defRPr sz="1389" b="1"/>
            </a:lvl5pPr>
            <a:lvl6pPr marL="1984477" indent="0">
              <a:buNone/>
              <a:defRPr sz="1389" b="1"/>
            </a:lvl6pPr>
            <a:lvl7pPr marL="2381372" indent="0">
              <a:buNone/>
              <a:defRPr sz="1389" b="1"/>
            </a:lvl7pPr>
            <a:lvl8pPr marL="2778267" indent="0">
              <a:buNone/>
              <a:defRPr sz="1389" b="1"/>
            </a:lvl8pPr>
            <a:lvl9pPr marL="3175163" indent="0">
              <a:buNone/>
              <a:defRPr sz="13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9" y="2288201"/>
            <a:ext cx="4477470" cy="33655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58081" y="1535618"/>
            <a:ext cx="4499520" cy="752583"/>
          </a:xfrm>
        </p:spPr>
        <p:txBody>
          <a:bodyPr anchor="b"/>
          <a:lstStyle>
            <a:lvl1pPr marL="0" indent="0">
              <a:buNone/>
              <a:defRPr sz="2083" b="1"/>
            </a:lvl1pPr>
            <a:lvl2pPr marL="396895" indent="0">
              <a:buNone/>
              <a:defRPr sz="1736" b="1"/>
            </a:lvl2pPr>
            <a:lvl3pPr marL="793791" indent="0">
              <a:buNone/>
              <a:defRPr sz="1563" b="1"/>
            </a:lvl3pPr>
            <a:lvl4pPr marL="1190686" indent="0">
              <a:buNone/>
              <a:defRPr sz="1389" b="1"/>
            </a:lvl4pPr>
            <a:lvl5pPr marL="1587581" indent="0">
              <a:buNone/>
              <a:defRPr sz="1389" b="1"/>
            </a:lvl5pPr>
            <a:lvl6pPr marL="1984477" indent="0">
              <a:buNone/>
              <a:defRPr sz="1389" b="1"/>
            </a:lvl6pPr>
            <a:lvl7pPr marL="2381372" indent="0">
              <a:buNone/>
              <a:defRPr sz="1389" b="1"/>
            </a:lvl7pPr>
            <a:lvl8pPr marL="2778267" indent="0">
              <a:buNone/>
              <a:defRPr sz="1389" b="1"/>
            </a:lvl8pPr>
            <a:lvl9pPr marL="3175163" indent="0">
              <a:buNone/>
              <a:defRPr sz="138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58081" y="2288201"/>
            <a:ext cx="4499520" cy="33655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14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85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66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20" y="417618"/>
            <a:ext cx="3413571" cy="1461664"/>
          </a:xfrm>
        </p:spPr>
        <p:txBody>
          <a:bodyPr anchor="b"/>
          <a:lstStyle>
            <a:lvl1pPr>
              <a:defRPr sz="27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520" y="901940"/>
            <a:ext cx="5358081" cy="4451695"/>
          </a:xfrm>
        </p:spPr>
        <p:txBody>
          <a:bodyPr/>
          <a:lstStyle>
            <a:lvl1pPr>
              <a:defRPr sz="2778"/>
            </a:lvl1pPr>
            <a:lvl2pPr>
              <a:defRPr sz="2431"/>
            </a:lvl2pPr>
            <a:lvl3pPr>
              <a:defRPr sz="2083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9020" y="1879283"/>
            <a:ext cx="3413571" cy="3481603"/>
          </a:xfrm>
        </p:spPr>
        <p:txBody>
          <a:bodyPr/>
          <a:lstStyle>
            <a:lvl1pPr marL="0" indent="0">
              <a:buNone/>
              <a:defRPr sz="1389"/>
            </a:lvl1pPr>
            <a:lvl2pPr marL="396895" indent="0">
              <a:buNone/>
              <a:defRPr sz="1215"/>
            </a:lvl2pPr>
            <a:lvl3pPr marL="793791" indent="0">
              <a:buNone/>
              <a:defRPr sz="1042"/>
            </a:lvl3pPr>
            <a:lvl4pPr marL="1190686" indent="0">
              <a:buNone/>
              <a:defRPr sz="868"/>
            </a:lvl4pPr>
            <a:lvl5pPr marL="1587581" indent="0">
              <a:buNone/>
              <a:defRPr sz="868"/>
            </a:lvl5pPr>
            <a:lvl6pPr marL="1984477" indent="0">
              <a:buNone/>
              <a:defRPr sz="868"/>
            </a:lvl6pPr>
            <a:lvl7pPr marL="2381372" indent="0">
              <a:buNone/>
              <a:defRPr sz="868"/>
            </a:lvl7pPr>
            <a:lvl8pPr marL="2778267" indent="0">
              <a:buNone/>
              <a:defRPr sz="868"/>
            </a:lvl8pPr>
            <a:lvl9pPr marL="3175163" indent="0">
              <a:buNone/>
              <a:defRPr sz="86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87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20" y="417618"/>
            <a:ext cx="3413571" cy="1461664"/>
          </a:xfrm>
        </p:spPr>
        <p:txBody>
          <a:bodyPr anchor="b"/>
          <a:lstStyle>
            <a:lvl1pPr>
              <a:defRPr sz="27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99520" y="901940"/>
            <a:ext cx="5358081" cy="4451695"/>
          </a:xfrm>
        </p:spPr>
        <p:txBody>
          <a:bodyPr anchor="t"/>
          <a:lstStyle>
            <a:lvl1pPr marL="0" indent="0">
              <a:buNone/>
              <a:defRPr sz="2778"/>
            </a:lvl1pPr>
            <a:lvl2pPr marL="396895" indent="0">
              <a:buNone/>
              <a:defRPr sz="2431"/>
            </a:lvl2pPr>
            <a:lvl3pPr marL="793791" indent="0">
              <a:buNone/>
              <a:defRPr sz="2083"/>
            </a:lvl3pPr>
            <a:lvl4pPr marL="1190686" indent="0">
              <a:buNone/>
              <a:defRPr sz="1736"/>
            </a:lvl4pPr>
            <a:lvl5pPr marL="1587581" indent="0">
              <a:buNone/>
              <a:defRPr sz="1736"/>
            </a:lvl5pPr>
            <a:lvl6pPr marL="1984477" indent="0">
              <a:buNone/>
              <a:defRPr sz="1736"/>
            </a:lvl6pPr>
            <a:lvl7pPr marL="2381372" indent="0">
              <a:buNone/>
              <a:defRPr sz="1736"/>
            </a:lvl7pPr>
            <a:lvl8pPr marL="2778267" indent="0">
              <a:buNone/>
              <a:defRPr sz="1736"/>
            </a:lvl8pPr>
            <a:lvl9pPr marL="3175163" indent="0">
              <a:buNone/>
              <a:defRPr sz="173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9020" y="1879283"/>
            <a:ext cx="3413571" cy="3481603"/>
          </a:xfrm>
        </p:spPr>
        <p:txBody>
          <a:bodyPr/>
          <a:lstStyle>
            <a:lvl1pPr marL="0" indent="0">
              <a:buNone/>
              <a:defRPr sz="1389"/>
            </a:lvl1pPr>
            <a:lvl2pPr marL="396895" indent="0">
              <a:buNone/>
              <a:defRPr sz="1215"/>
            </a:lvl2pPr>
            <a:lvl3pPr marL="793791" indent="0">
              <a:buNone/>
              <a:defRPr sz="1042"/>
            </a:lvl3pPr>
            <a:lvl4pPr marL="1190686" indent="0">
              <a:buNone/>
              <a:defRPr sz="868"/>
            </a:lvl4pPr>
            <a:lvl5pPr marL="1587581" indent="0">
              <a:buNone/>
              <a:defRPr sz="868"/>
            </a:lvl5pPr>
            <a:lvl6pPr marL="1984477" indent="0">
              <a:buNone/>
              <a:defRPr sz="868"/>
            </a:lvl6pPr>
            <a:lvl7pPr marL="2381372" indent="0">
              <a:buNone/>
              <a:defRPr sz="868"/>
            </a:lvl7pPr>
            <a:lvl8pPr marL="2778267" indent="0">
              <a:buNone/>
              <a:defRPr sz="868"/>
            </a:lvl8pPr>
            <a:lvl9pPr marL="3175163" indent="0">
              <a:buNone/>
              <a:defRPr sz="86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10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94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74077" y="333514"/>
            <a:ext cx="2282145" cy="53086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7641" y="333514"/>
            <a:ext cx="6714138" cy="530868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25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41" y="333515"/>
            <a:ext cx="9128582" cy="1210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41" y="1667573"/>
            <a:ext cx="9128582" cy="3974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7641" y="5806055"/>
            <a:ext cx="2381369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B1DEB-1AF6-44DF-9A85-FEB7A359494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05905" y="5806055"/>
            <a:ext cx="3572054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74853" y="5806055"/>
            <a:ext cx="2381369" cy="333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5AEEB-644A-4678-9B7A-7C1B07BBB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13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3791" rtl="0" eaLnBrk="1" latinLnBrk="0" hangingPunct="1">
        <a:lnSpc>
          <a:spcPct val="90000"/>
        </a:lnSpc>
        <a:spcBef>
          <a:spcPct val="0"/>
        </a:spcBef>
        <a:buNone/>
        <a:defRPr sz="3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448" indent="-198448" algn="l" defTabSz="793791" rtl="0" eaLnBrk="1" latinLnBrk="0" hangingPunct="1">
        <a:lnSpc>
          <a:spcPct val="90000"/>
        </a:lnSpc>
        <a:spcBef>
          <a:spcPts val="868"/>
        </a:spcBef>
        <a:buFont typeface="Arial" panose="020B0604020202020204" pitchFamily="34" charset="0"/>
        <a:buChar char="•"/>
        <a:defRPr sz="2431" kern="1200">
          <a:solidFill>
            <a:schemeClr val="tx1"/>
          </a:solidFill>
          <a:latin typeface="+mn-lt"/>
          <a:ea typeface="+mn-ea"/>
          <a:cs typeface="+mn-cs"/>
        </a:defRPr>
      </a:lvl1pPr>
      <a:lvl2pPr marL="595343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2083" kern="1200">
          <a:solidFill>
            <a:schemeClr val="tx1"/>
          </a:solidFill>
          <a:latin typeface="+mn-lt"/>
          <a:ea typeface="+mn-ea"/>
          <a:cs typeface="+mn-cs"/>
        </a:defRPr>
      </a:lvl2pPr>
      <a:lvl3pPr marL="992238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89134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4pPr>
      <a:lvl5pPr marL="1786029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5pPr>
      <a:lvl6pPr marL="2182924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6pPr>
      <a:lvl7pPr marL="2579820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7pPr>
      <a:lvl8pPr marL="2976715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8pPr>
      <a:lvl9pPr marL="3373610" indent="-198448" algn="l" defTabSz="793791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1pPr>
      <a:lvl2pPr marL="396895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2pPr>
      <a:lvl3pPr marL="793791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3pPr>
      <a:lvl4pPr marL="1190686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4pPr>
      <a:lvl5pPr marL="1587581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5pPr>
      <a:lvl6pPr marL="1984477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6pPr>
      <a:lvl7pPr marL="2381372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7pPr>
      <a:lvl8pPr marL="2778267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8pPr>
      <a:lvl9pPr marL="3175163" algn="l" defTabSz="793791" rtl="0" eaLnBrk="1" latinLnBrk="0" hangingPunct="1">
        <a:defRPr sz="1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D445CBF-A54D-7DB7-92DB-890E1C7B392F}"/>
              </a:ext>
            </a:extLst>
          </p:cNvPr>
          <p:cNvCxnSpPr/>
          <p:nvPr/>
        </p:nvCxnSpPr>
        <p:spPr>
          <a:xfrm>
            <a:off x="-116681" y="-16934"/>
            <a:ext cx="11463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AC7511-27C0-70FF-C1E3-27C70B41EDEB}"/>
              </a:ext>
            </a:extLst>
          </p:cNvPr>
          <p:cNvCxnSpPr/>
          <p:nvPr/>
        </p:nvCxnSpPr>
        <p:spPr>
          <a:xfrm>
            <a:off x="-361478" y="6281210"/>
            <a:ext cx="114638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2B9784-1BDA-23B8-6E5B-AB2981281775}"/>
              </a:ext>
            </a:extLst>
          </p:cNvPr>
          <p:cNvCxnSpPr>
            <a:cxnSpLocks/>
          </p:cNvCxnSpPr>
          <p:nvPr/>
        </p:nvCxnSpPr>
        <p:spPr>
          <a:xfrm>
            <a:off x="10603972" y="-592667"/>
            <a:ext cx="0" cy="741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5974838-ABB7-67BA-FE89-E92EAF8BF07F}"/>
              </a:ext>
            </a:extLst>
          </p:cNvPr>
          <p:cNvCxnSpPr>
            <a:cxnSpLocks/>
          </p:cNvCxnSpPr>
          <p:nvPr/>
        </p:nvCxnSpPr>
        <p:spPr>
          <a:xfrm>
            <a:off x="-25432" y="-550335"/>
            <a:ext cx="0" cy="741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78691732-065D-FDB5-6760-859B7296F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6466" y="16557"/>
            <a:ext cx="12192000" cy="6214225"/>
          </a:xfrm>
          <a:prstGeom prst="rect">
            <a:avLst/>
          </a:prstGeom>
        </p:spPr>
      </p:pic>
      <p:pic>
        <p:nvPicPr>
          <p:cNvPr id="30" name="图片 29" descr="背景图案&#10;&#10;AI 生成的内容可能不正确。">
            <a:extLst>
              <a:ext uri="{FF2B5EF4-FFF2-40B4-BE49-F238E27FC236}">
                <a16:creationId xmlns:a16="http://schemas.microsoft.com/office/drawing/2014/main" id="{A1315B7C-A971-2019-4091-CCF4C59B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6247" y="2038040"/>
            <a:ext cx="600000" cy="1800000"/>
          </a:xfrm>
          <a:prstGeom prst="rect">
            <a:avLst/>
          </a:prstGeom>
        </p:spPr>
      </p:pic>
      <p:pic>
        <p:nvPicPr>
          <p:cNvPr id="31" name="图片 30" descr="背景图案&#10;&#10;AI 生成的内容可能不正确。">
            <a:extLst>
              <a:ext uri="{FF2B5EF4-FFF2-40B4-BE49-F238E27FC236}">
                <a16:creationId xmlns:a16="http://schemas.microsoft.com/office/drawing/2014/main" id="{BC426184-C43C-1350-16C4-5D269C4E4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469914" y="4837279"/>
            <a:ext cx="404057" cy="263484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5A5E79B9-AECD-138B-D6A2-9BF230D5D917}"/>
              </a:ext>
            </a:extLst>
          </p:cNvPr>
          <p:cNvSpPr txBox="1"/>
          <p:nvPr/>
        </p:nvSpPr>
        <p:spPr>
          <a:xfrm rot="16200000">
            <a:off x="-565795" y="2380119"/>
            <a:ext cx="141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C95862A-36A6-7B1F-85A2-AF757571534D}"/>
              </a:ext>
            </a:extLst>
          </p:cNvPr>
          <p:cNvSpPr txBox="1"/>
          <p:nvPr/>
        </p:nvSpPr>
        <p:spPr>
          <a:xfrm>
            <a:off x="3835467" y="5758203"/>
            <a:ext cx="3387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thresholds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7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3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tianbo zhang</dc:creator>
  <cp:lastModifiedBy>tianbo zhang</cp:lastModifiedBy>
  <cp:revision>2</cp:revision>
  <dcterms:created xsi:type="dcterms:W3CDTF">2026-01-05T06:39:46Z</dcterms:created>
  <dcterms:modified xsi:type="dcterms:W3CDTF">2026-01-05T06:48:22Z</dcterms:modified>
</cp:coreProperties>
</file>